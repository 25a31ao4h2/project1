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771F4B-0F29-494C-9E72-7C08D8D3230D}" v="119" dt="2025-12-22T13:53:03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eenkothapalli6119@outlook.com" userId="541630711329385c" providerId="LiveId" clId="{6A6A308E-1E7E-44DC-9C23-B33EA2924B74}"/>
    <pc:docChg chg="undo custSel addSld delSld modSld sldOrd">
      <pc:chgData name="naveenkothapalli6119@outlook.com" userId="541630711329385c" providerId="LiveId" clId="{6A6A308E-1E7E-44DC-9C23-B33EA2924B74}" dt="2025-12-22T13:54:43.944" v="1122" actId="1076"/>
      <pc:docMkLst>
        <pc:docMk/>
      </pc:docMkLst>
      <pc:sldChg chg="addSp delSp modSp mod setBg chgLayout">
        <pc:chgData name="naveenkothapalli6119@outlook.com" userId="541630711329385c" providerId="LiveId" clId="{6A6A308E-1E7E-44DC-9C23-B33EA2924B74}" dt="2025-12-22T13:54:43.944" v="1122" actId="1076"/>
        <pc:sldMkLst>
          <pc:docMk/>
          <pc:sldMk cId="2143611155" sldId="256"/>
        </pc:sldMkLst>
        <pc:spChg chg="mod ord">
          <ac:chgData name="naveenkothapalli6119@outlook.com" userId="541630711329385c" providerId="LiveId" clId="{6A6A308E-1E7E-44DC-9C23-B33EA2924B74}" dt="2025-12-22T13:53:36.804" v="1089" actId="1076"/>
          <ac:spMkLst>
            <pc:docMk/>
            <pc:sldMk cId="2143611155" sldId="256"/>
            <ac:spMk id="2" creationId="{EF9152C7-4A0D-E0BF-69DA-9CF077A070BF}"/>
          </ac:spMkLst>
        </pc:spChg>
        <pc:spChg chg="del mod modCrop">
          <ac:chgData name="naveenkothapalli6119@outlook.com" userId="541630711329385c" providerId="LiveId" clId="{6A6A308E-1E7E-44DC-9C23-B33EA2924B74}" dt="2025-12-22T12:43:31.150" v="619" actId="478"/>
          <ac:spMkLst>
            <pc:docMk/>
            <pc:sldMk cId="2143611155" sldId="256"/>
            <ac:spMk id="3" creationId="{26F8DC82-71C4-117D-272C-EDF0924379F7}"/>
          </ac:spMkLst>
        </pc:spChg>
        <pc:spChg chg="add mod ord">
          <ac:chgData name="naveenkothapalli6119@outlook.com" userId="541630711329385c" providerId="LiveId" clId="{6A6A308E-1E7E-44DC-9C23-B33EA2924B74}" dt="2025-12-22T13:54:43.944" v="1122" actId="1076"/>
          <ac:spMkLst>
            <pc:docMk/>
            <pc:sldMk cId="2143611155" sldId="256"/>
            <ac:spMk id="3" creationId="{9646D947-0585-3866-14F5-A094400DA507}"/>
          </ac:spMkLst>
        </pc:spChg>
      </pc:sldChg>
      <pc:sldChg chg="modSp new mod setBg">
        <pc:chgData name="naveenkothapalli6119@outlook.com" userId="541630711329385c" providerId="LiveId" clId="{6A6A308E-1E7E-44DC-9C23-B33EA2924B74}" dt="2025-12-22T13:31:40.911" v="635" actId="27636"/>
        <pc:sldMkLst>
          <pc:docMk/>
          <pc:sldMk cId="2739378462" sldId="257"/>
        </pc:sldMkLst>
        <pc:spChg chg="mod">
          <ac:chgData name="naveenkothapalli6119@outlook.com" userId="541630711329385c" providerId="LiveId" clId="{6A6A308E-1E7E-44DC-9C23-B33EA2924B74}" dt="2025-12-22T09:42:17.530" v="272" actId="2711"/>
          <ac:spMkLst>
            <pc:docMk/>
            <pc:sldMk cId="2739378462" sldId="257"/>
            <ac:spMk id="2" creationId="{484F5514-772B-83D6-856A-D993713D57CC}"/>
          </ac:spMkLst>
        </pc:spChg>
        <pc:spChg chg="mod">
          <ac:chgData name="naveenkothapalli6119@outlook.com" userId="541630711329385c" providerId="LiveId" clId="{6A6A308E-1E7E-44DC-9C23-B33EA2924B74}" dt="2025-12-22T13:31:40.911" v="635" actId="27636"/>
          <ac:spMkLst>
            <pc:docMk/>
            <pc:sldMk cId="2739378462" sldId="257"/>
            <ac:spMk id="3" creationId="{AD3E4CBF-8395-C19D-5FC6-4DC4BCB03C6E}"/>
          </ac:spMkLst>
        </pc:spChg>
      </pc:sldChg>
      <pc:sldChg chg="addSp delSp modSp new mod setBg modClrScheme chgLayout">
        <pc:chgData name="naveenkothapalli6119@outlook.com" userId="541630711329385c" providerId="LiveId" clId="{6A6A308E-1E7E-44DC-9C23-B33EA2924B74}" dt="2025-12-22T13:49:10.957" v="1076" actId="27636"/>
        <pc:sldMkLst>
          <pc:docMk/>
          <pc:sldMk cId="735423710" sldId="258"/>
        </pc:sldMkLst>
        <pc:spChg chg="del mod ord">
          <ac:chgData name="naveenkothapalli6119@outlook.com" userId="541630711329385c" providerId="LiveId" clId="{6A6A308E-1E7E-44DC-9C23-B33EA2924B74}" dt="2025-12-22T09:37:17.647" v="226" actId="700"/>
          <ac:spMkLst>
            <pc:docMk/>
            <pc:sldMk cId="735423710" sldId="258"/>
            <ac:spMk id="2" creationId="{ECA530D9-18D2-239B-CB17-A13A0197AD6F}"/>
          </ac:spMkLst>
        </pc:spChg>
        <pc:spChg chg="del mod ord">
          <ac:chgData name="naveenkothapalli6119@outlook.com" userId="541630711329385c" providerId="LiveId" clId="{6A6A308E-1E7E-44DC-9C23-B33EA2924B74}" dt="2025-12-22T09:37:17.647" v="226" actId="700"/>
          <ac:spMkLst>
            <pc:docMk/>
            <pc:sldMk cId="735423710" sldId="258"/>
            <ac:spMk id="3" creationId="{AC5037A1-E8F5-A5C6-85E6-5710C46D4022}"/>
          </ac:spMkLst>
        </pc:spChg>
        <pc:spChg chg="add mod ord">
          <ac:chgData name="naveenkothapalli6119@outlook.com" userId="541630711329385c" providerId="LiveId" clId="{6A6A308E-1E7E-44DC-9C23-B33EA2924B74}" dt="2025-12-22T13:31:40.911" v="636" actId="27636"/>
          <ac:spMkLst>
            <pc:docMk/>
            <pc:sldMk cId="735423710" sldId="258"/>
            <ac:spMk id="4" creationId="{4114AE5A-F8AA-BBDF-773E-F77ABD8A0CD3}"/>
          </ac:spMkLst>
        </pc:spChg>
        <pc:spChg chg="add mod ord">
          <ac:chgData name="naveenkothapalli6119@outlook.com" userId="541630711329385c" providerId="LiveId" clId="{6A6A308E-1E7E-44DC-9C23-B33EA2924B74}" dt="2025-12-22T13:49:10.957" v="1076" actId="27636"/>
          <ac:spMkLst>
            <pc:docMk/>
            <pc:sldMk cId="735423710" sldId="258"/>
            <ac:spMk id="5" creationId="{D0EB18B5-7227-5D55-8DFB-47833259758C}"/>
          </ac:spMkLst>
        </pc:spChg>
      </pc:sldChg>
      <pc:sldChg chg="new del ord">
        <pc:chgData name="naveenkothapalli6119@outlook.com" userId="541630711329385c" providerId="LiveId" clId="{6A6A308E-1E7E-44DC-9C23-B33EA2924B74}" dt="2025-12-22T09:36:57.846" v="224" actId="2696"/>
        <pc:sldMkLst>
          <pc:docMk/>
          <pc:sldMk cId="3423244417" sldId="258"/>
        </pc:sldMkLst>
      </pc:sldChg>
      <pc:sldChg chg="addSp delSp modSp new mod setBg">
        <pc:chgData name="naveenkothapalli6119@outlook.com" userId="541630711329385c" providerId="LiveId" clId="{6A6A308E-1E7E-44DC-9C23-B33EA2924B74}" dt="2025-12-22T13:32:01.558" v="639" actId="403"/>
        <pc:sldMkLst>
          <pc:docMk/>
          <pc:sldMk cId="3518603273" sldId="259"/>
        </pc:sldMkLst>
        <pc:spChg chg="mod">
          <ac:chgData name="naveenkothapalli6119@outlook.com" userId="541630711329385c" providerId="LiveId" clId="{6A6A308E-1E7E-44DC-9C23-B33EA2924B74}" dt="2025-12-22T13:32:01.558" v="639" actId="403"/>
          <ac:spMkLst>
            <pc:docMk/>
            <pc:sldMk cId="3518603273" sldId="259"/>
            <ac:spMk id="2" creationId="{E1582D84-3B07-6C8F-93DA-62D7668DC7ED}"/>
          </ac:spMkLst>
        </pc:spChg>
        <pc:spChg chg="mod">
          <ac:chgData name="naveenkothapalli6119@outlook.com" userId="541630711329385c" providerId="LiveId" clId="{6A6A308E-1E7E-44DC-9C23-B33EA2924B74}" dt="2025-12-22T13:31:40.672" v="629"/>
          <ac:spMkLst>
            <pc:docMk/>
            <pc:sldMk cId="3518603273" sldId="259"/>
            <ac:spMk id="3" creationId="{DB964245-5C9F-716F-C626-D49F739323CE}"/>
          </ac:spMkLst>
        </pc:spChg>
        <pc:spChg chg="add del">
          <ac:chgData name="naveenkothapalli6119@outlook.com" userId="541630711329385c" providerId="LiveId" clId="{6A6A308E-1E7E-44DC-9C23-B33EA2924B74}" dt="2025-12-22T09:39:47.705" v="237" actId="22"/>
          <ac:spMkLst>
            <pc:docMk/>
            <pc:sldMk cId="3518603273" sldId="259"/>
            <ac:spMk id="5" creationId="{C196264B-CD8E-2EDF-B4A5-C568A405B28E}"/>
          </ac:spMkLst>
        </pc:spChg>
      </pc:sldChg>
      <pc:sldChg chg="modSp new mod setBg">
        <pc:chgData name="naveenkothapalli6119@outlook.com" userId="541630711329385c" providerId="LiveId" clId="{6A6A308E-1E7E-44DC-9C23-B33EA2924B74}" dt="2025-12-22T13:31:40.838" v="630" actId="27636"/>
        <pc:sldMkLst>
          <pc:docMk/>
          <pc:sldMk cId="946692630" sldId="260"/>
        </pc:sldMkLst>
        <pc:spChg chg="mod">
          <ac:chgData name="naveenkothapalli6119@outlook.com" userId="541630711329385c" providerId="LiveId" clId="{6A6A308E-1E7E-44DC-9C23-B33EA2924B74}" dt="2025-12-22T13:31:40.672" v="629"/>
          <ac:spMkLst>
            <pc:docMk/>
            <pc:sldMk cId="946692630" sldId="260"/>
            <ac:spMk id="2" creationId="{FDA84B12-71E2-C3FA-6C0D-5037A5C85790}"/>
          </ac:spMkLst>
        </pc:spChg>
        <pc:spChg chg="mod">
          <ac:chgData name="naveenkothapalli6119@outlook.com" userId="541630711329385c" providerId="LiveId" clId="{6A6A308E-1E7E-44DC-9C23-B33EA2924B74}" dt="2025-12-22T13:31:40.838" v="630" actId="27636"/>
          <ac:spMkLst>
            <pc:docMk/>
            <pc:sldMk cId="946692630" sldId="260"/>
            <ac:spMk id="3" creationId="{12F929F3-1D0F-B67F-9C1B-1573F4249CE1}"/>
          </ac:spMkLst>
        </pc:spChg>
      </pc:sldChg>
      <pc:sldChg chg="addSp delSp modSp new mod setBg">
        <pc:chgData name="naveenkothapalli6119@outlook.com" userId="541630711329385c" providerId="LiveId" clId="{6A6A308E-1E7E-44DC-9C23-B33EA2924B74}" dt="2025-12-22T13:48:32.962" v="1071" actId="1076"/>
        <pc:sldMkLst>
          <pc:docMk/>
          <pc:sldMk cId="2131408777" sldId="261"/>
        </pc:sldMkLst>
        <pc:spChg chg="mod">
          <ac:chgData name="naveenkothapalli6119@outlook.com" userId="541630711329385c" providerId="LiveId" clId="{6A6A308E-1E7E-44DC-9C23-B33EA2924B74}" dt="2025-12-22T13:31:40.672" v="629"/>
          <ac:spMkLst>
            <pc:docMk/>
            <pc:sldMk cId="2131408777" sldId="261"/>
            <ac:spMk id="2" creationId="{C6225896-B6B3-DA34-0394-5B4E45A83E58}"/>
          </ac:spMkLst>
        </pc:spChg>
        <pc:spChg chg="mod">
          <ac:chgData name="naveenkothapalli6119@outlook.com" userId="541630711329385c" providerId="LiveId" clId="{6A6A308E-1E7E-44DC-9C23-B33EA2924B74}" dt="2025-12-22T13:48:32.962" v="1071" actId="1076"/>
          <ac:spMkLst>
            <pc:docMk/>
            <pc:sldMk cId="2131408777" sldId="261"/>
            <ac:spMk id="3" creationId="{F42670A3-C357-A2B9-8473-F8E353C330EE}"/>
          </ac:spMkLst>
        </pc:spChg>
        <pc:cxnChg chg="add del">
          <ac:chgData name="naveenkothapalli6119@outlook.com" userId="541630711329385c" providerId="LiveId" clId="{6A6A308E-1E7E-44DC-9C23-B33EA2924B74}" dt="2025-12-22T09:59:16.097" v="338" actId="478"/>
          <ac:cxnSpMkLst>
            <pc:docMk/>
            <pc:sldMk cId="2131408777" sldId="261"/>
            <ac:cxnSpMk id="5" creationId="{FB9495C8-3A15-27FC-FF78-FA84EAE6C29C}"/>
          </ac:cxnSpMkLst>
        </pc:cxnChg>
        <pc:cxnChg chg="add del mod">
          <ac:chgData name="naveenkothapalli6119@outlook.com" userId="541630711329385c" providerId="LiveId" clId="{6A6A308E-1E7E-44DC-9C23-B33EA2924B74}" dt="2025-12-22T10:00:25.998" v="343" actId="478"/>
          <ac:cxnSpMkLst>
            <pc:docMk/>
            <pc:sldMk cId="2131408777" sldId="261"/>
            <ac:cxnSpMk id="7" creationId="{06AFFB11-9E9E-C655-8D35-56D25D54FF61}"/>
          </ac:cxnSpMkLst>
        </pc:cxnChg>
        <pc:cxnChg chg="add mod">
          <ac:chgData name="naveenkothapalli6119@outlook.com" userId="541630711329385c" providerId="LiveId" clId="{6A6A308E-1E7E-44DC-9C23-B33EA2924B74}" dt="2025-12-22T10:03:12.513" v="367" actId="1076"/>
          <ac:cxnSpMkLst>
            <pc:docMk/>
            <pc:sldMk cId="2131408777" sldId="261"/>
            <ac:cxnSpMk id="10" creationId="{CFD7CFAA-1E12-6248-B339-8C74A85FF1C6}"/>
          </ac:cxnSpMkLst>
        </pc:cxnChg>
        <pc:cxnChg chg="add mod">
          <ac:chgData name="naveenkothapalli6119@outlook.com" userId="541630711329385c" providerId="LiveId" clId="{6A6A308E-1E7E-44DC-9C23-B33EA2924B74}" dt="2025-12-22T10:03:33.731" v="370" actId="14100"/>
          <ac:cxnSpMkLst>
            <pc:docMk/>
            <pc:sldMk cId="2131408777" sldId="261"/>
            <ac:cxnSpMk id="12" creationId="{B5A5787A-1B37-8955-959E-5D28BD3E7AF0}"/>
          </ac:cxnSpMkLst>
        </pc:cxnChg>
        <pc:cxnChg chg="add mod">
          <ac:chgData name="naveenkothapalli6119@outlook.com" userId="541630711329385c" providerId="LiveId" clId="{6A6A308E-1E7E-44DC-9C23-B33EA2924B74}" dt="2025-12-22T10:03:24.933" v="369" actId="1076"/>
          <ac:cxnSpMkLst>
            <pc:docMk/>
            <pc:sldMk cId="2131408777" sldId="261"/>
            <ac:cxnSpMk id="14" creationId="{AC99C128-50EC-3C5F-C5DA-F66A33D5C204}"/>
          </ac:cxnSpMkLst>
        </pc:cxnChg>
      </pc:sldChg>
      <pc:sldChg chg="modSp new mod setBg">
        <pc:chgData name="naveenkothapalli6119@outlook.com" userId="541630711329385c" providerId="LiveId" clId="{6A6A308E-1E7E-44DC-9C23-B33EA2924B74}" dt="2025-12-22T13:31:40.875" v="631" actId="27636"/>
        <pc:sldMkLst>
          <pc:docMk/>
          <pc:sldMk cId="2086352688" sldId="262"/>
        </pc:sldMkLst>
        <pc:spChg chg="mod">
          <ac:chgData name="naveenkothapalli6119@outlook.com" userId="541630711329385c" providerId="LiveId" clId="{6A6A308E-1E7E-44DC-9C23-B33EA2924B74}" dt="2025-12-22T13:31:40.672" v="629"/>
          <ac:spMkLst>
            <pc:docMk/>
            <pc:sldMk cId="2086352688" sldId="262"/>
            <ac:spMk id="2" creationId="{AD807240-2BEA-96AD-0804-7F67037BE82B}"/>
          </ac:spMkLst>
        </pc:spChg>
        <pc:spChg chg="mod">
          <ac:chgData name="naveenkothapalli6119@outlook.com" userId="541630711329385c" providerId="LiveId" clId="{6A6A308E-1E7E-44DC-9C23-B33EA2924B74}" dt="2025-12-22T13:31:40.875" v="631" actId="27636"/>
          <ac:spMkLst>
            <pc:docMk/>
            <pc:sldMk cId="2086352688" sldId="262"/>
            <ac:spMk id="3" creationId="{2175F108-52CB-03FF-F7CA-52531B52688E}"/>
          </ac:spMkLst>
        </pc:spChg>
      </pc:sldChg>
      <pc:sldChg chg="modSp new mod ord setBg">
        <pc:chgData name="naveenkothapalli6119@outlook.com" userId="541630711329385c" providerId="LiveId" clId="{6A6A308E-1E7E-44DC-9C23-B33EA2924B74}" dt="2025-12-22T13:48:21.010" v="1070"/>
        <pc:sldMkLst>
          <pc:docMk/>
          <pc:sldMk cId="3150287955" sldId="263"/>
        </pc:sldMkLst>
        <pc:spChg chg="mod">
          <ac:chgData name="naveenkothapalli6119@outlook.com" userId="541630711329385c" providerId="LiveId" clId="{6A6A308E-1E7E-44DC-9C23-B33EA2924B74}" dt="2025-12-22T13:31:40.672" v="629"/>
          <ac:spMkLst>
            <pc:docMk/>
            <pc:sldMk cId="3150287955" sldId="263"/>
            <ac:spMk id="2" creationId="{4DC5E64D-1BCC-FE2C-A9F3-4EA869488FA5}"/>
          </ac:spMkLst>
        </pc:spChg>
        <pc:spChg chg="mod">
          <ac:chgData name="naveenkothapalli6119@outlook.com" userId="541630711329385c" providerId="LiveId" clId="{6A6A308E-1E7E-44DC-9C23-B33EA2924B74}" dt="2025-12-22T13:31:40.889" v="632" actId="27636"/>
          <ac:spMkLst>
            <pc:docMk/>
            <pc:sldMk cId="3150287955" sldId="263"/>
            <ac:spMk id="3" creationId="{772FB0CD-1B23-071F-A555-AEF2374D0853}"/>
          </ac:spMkLst>
        </pc:spChg>
      </pc:sldChg>
      <pc:sldChg chg="addSp delSp modSp new mod setBg">
        <pc:chgData name="naveenkothapalli6119@outlook.com" userId="541630711329385c" providerId="LiveId" clId="{6A6A308E-1E7E-44DC-9C23-B33EA2924B74}" dt="2025-12-22T13:31:40.895" v="633" actId="27636"/>
        <pc:sldMkLst>
          <pc:docMk/>
          <pc:sldMk cId="2403840072" sldId="264"/>
        </pc:sldMkLst>
        <pc:spChg chg="mod">
          <ac:chgData name="naveenkothapalli6119@outlook.com" userId="541630711329385c" providerId="LiveId" clId="{6A6A308E-1E7E-44DC-9C23-B33EA2924B74}" dt="2025-12-22T13:31:40.672" v="629"/>
          <ac:spMkLst>
            <pc:docMk/>
            <pc:sldMk cId="2403840072" sldId="264"/>
            <ac:spMk id="2" creationId="{FC49ED18-9620-A539-736A-A7C469241000}"/>
          </ac:spMkLst>
        </pc:spChg>
        <pc:spChg chg="mod">
          <ac:chgData name="naveenkothapalli6119@outlook.com" userId="541630711329385c" providerId="LiveId" clId="{6A6A308E-1E7E-44DC-9C23-B33EA2924B74}" dt="2025-12-22T13:31:40.895" v="633" actId="27636"/>
          <ac:spMkLst>
            <pc:docMk/>
            <pc:sldMk cId="2403840072" sldId="264"/>
            <ac:spMk id="3" creationId="{13FBAA39-E4AB-D08A-A34A-55BCC43D4CA3}"/>
          </ac:spMkLst>
        </pc:spChg>
        <pc:spChg chg="add del">
          <ac:chgData name="naveenkothapalli6119@outlook.com" userId="541630711329385c" providerId="LiveId" clId="{6A6A308E-1E7E-44DC-9C23-B33EA2924B74}" dt="2025-12-22T10:10:19.880" v="426" actId="22"/>
          <ac:spMkLst>
            <pc:docMk/>
            <pc:sldMk cId="2403840072" sldId="264"/>
            <ac:spMk id="5" creationId="{17142D7A-87D1-B529-5328-29855F4784C9}"/>
          </ac:spMkLst>
        </pc:spChg>
      </pc:sldChg>
      <pc:sldChg chg="addSp delSp modSp new mod setBg modClrScheme chgLayout">
        <pc:chgData name="naveenkothapalli6119@outlook.com" userId="541630711329385c" providerId="LiveId" clId="{6A6A308E-1E7E-44DC-9C23-B33EA2924B74}" dt="2025-12-22T13:31:40.911" v="634" actId="27636"/>
        <pc:sldMkLst>
          <pc:docMk/>
          <pc:sldMk cId="50512231" sldId="265"/>
        </pc:sldMkLst>
        <pc:spChg chg="del mod ord">
          <ac:chgData name="naveenkothapalli6119@outlook.com" userId="541630711329385c" providerId="LiveId" clId="{6A6A308E-1E7E-44DC-9C23-B33EA2924B74}" dt="2025-12-22T10:11:57.533" v="448" actId="700"/>
          <ac:spMkLst>
            <pc:docMk/>
            <pc:sldMk cId="50512231" sldId="265"/>
            <ac:spMk id="2" creationId="{806F6B29-B460-972D-5EC2-B5FA04D60323}"/>
          </ac:spMkLst>
        </pc:spChg>
        <pc:spChg chg="add mod">
          <ac:chgData name="naveenkothapalli6119@outlook.com" userId="541630711329385c" providerId="LiveId" clId="{6A6A308E-1E7E-44DC-9C23-B33EA2924B74}" dt="2025-12-22T12:12:57.858" v="588" actId="14100"/>
          <ac:spMkLst>
            <pc:docMk/>
            <pc:sldMk cId="50512231" sldId="265"/>
            <ac:spMk id="2" creationId="{E349C408-6191-C270-C680-48DDD46B7AE8}"/>
          </ac:spMkLst>
        </pc:spChg>
        <pc:spChg chg="add mod">
          <ac:chgData name="naveenkothapalli6119@outlook.com" userId="541630711329385c" providerId="LiveId" clId="{6A6A308E-1E7E-44DC-9C23-B33EA2924B74}" dt="2025-12-22T13:31:40.911" v="634" actId="27636"/>
          <ac:spMkLst>
            <pc:docMk/>
            <pc:sldMk cId="50512231" sldId="265"/>
            <ac:spMk id="3" creationId="{4620E7C3-D865-6867-67E8-8F19D4400CAE}"/>
          </ac:spMkLst>
        </pc:spChg>
        <pc:spChg chg="del mod ord">
          <ac:chgData name="naveenkothapalli6119@outlook.com" userId="541630711329385c" providerId="LiveId" clId="{6A6A308E-1E7E-44DC-9C23-B33EA2924B74}" dt="2025-12-22T10:11:57.533" v="448" actId="700"/>
          <ac:spMkLst>
            <pc:docMk/>
            <pc:sldMk cId="50512231" sldId="265"/>
            <ac:spMk id="3" creationId="{D1EAB7BF-4ADA-BB54-7C33-C88C5D819E51}"/>
          </ac:spMkLst>
        </pc:spChg>
        <pc:spChg chg="add del mod ord">
          <ac:chgData name="naveenkothapalli6119@outlook.com" userId="541630711329385c" providerId="LiveId" clId="{6A6A308E-1E7E-44DC-9C23-B33EA2924B74}" dt="2025-12-22T10:15:48.945" v="503" actId="700"/>
          <ac:spMkLst>
            <pc:docMk/>
            <pc:sldMk cId="50512231" sldId="265"/>
            <ac:spMk id="4" creationId="{7BCAD4E0-FC98-1FA1-DC44-C1C149A8927C}"/>
          </ac:spMkLst>
        </pc:spChg>
        <pc:spChg chg="add del mod ord">
          <ac:chgData name="naveenkothapalli6119@outlook.com" userId="541630711329385c" providerId="LiveId" clId="{6A6A308E-1E7E-44DC-9C23-B33EA2924B74}" dt="2025-12-22T10:15:48.945" v="503" actId="700"/>
          <ac:spMkLst>
            <pc:docMk/>
            <pc:sldMk cId="50512231" sldId="265"/>
            <ac:spMk id="5" creationId="{26D99CD7-C2B0-1CBB-30B6-52AD87F6B3B3}"/>
          </ac:spMkLst>
        </pc:spChg>
      </pc:sldChg>
      <pc:sldChg chg="addSp delSp modSp new mod setBg modClrScheme chgLayout">
        <pc:chgData name="naveenkothapalli6119@outlook.com" userId="541630711329385c" providerId="LiveId" clId="{6A6A308E-1E7E-44DC-9C23-B33EA2924B74}" dt="2025-12-22T13:48:10.881" v="1066" actId="12"/>
        <pc:sldMkLst>
          <pc:docMk/>
          <pc:sldMk cId="383712980" sldId="266"/>
        </pc:sldMkLst>
        <pc:spChg chg="del">
          <ac:chgData name="naveenkothapalli6119@outlook.com" userId="541630711329385c" providerId="LiveId" clId="{6A6A308E-1E7E-44DC-9C23-B33EA2924B74}" dt="2025-12-22T12:13:14.110" v="590" actId="700"/>
          <ac:spMkLst>
            <pc:docMk/>
            <pc:sldMk cId="383712980" sldId="266"/>
            <ac:spMk id="2" creationId="{558E5EE1-8BD4-7AD9-7382-DFC4BD401234}"/>
          </ac:spMkLst>
        </pc:spChg>
        <pc:spChg chg="add mod ord">
          <ac:chgData name="naveenkothapalli6119@outlook.com" userId="541630711329385c" providerId="LiveId" clId="{6A6A308E-1E7E-44DC-9C23-B33EA2924B74}" dt="2025-12-22T13:44:17.677" v="960" actId="404"/>
          <ac:spMkLst>
            <pc:docMk/>
            <pc:sldMk cId="383712980" sldId="266"/>
            <ac:spMk id="2" creationId="{B06BD78E-30D2-3E71-E489-63D8F5A88EF3}"/>
          </ac:spMkLst>
        </pc:spChg>
        <pc:spChg chg="del">
          <ac:chgData name="naveenkothapalli6119@outlook.com" userId="541630711329385c" providerId="LiveId" clId="{6A6A308E-1E7E-44DC-9C23-B33EA2924B74}" dt="2025-12-22T12:13:14.110" v="590" actId="700"/>
          <ac:spMkLst>
            <pc:docMk/>
            <pc:sldMk cId="383712980" sldId="266"/>
            <ac:spMk id="3" creationId="{13E9B445-08EB-1614-5CAA-F5835551A94B}"/>
          </ac:spMkLst>
        </pc:spChg>
        <pc:spChg chg="add mod ord">
          <ac:chgData name="naveenkothapalli6119@outlook.com" userId="541630711329385c" providerId="LiveId" clId="{6A6A308E-1E7E-44DC-9C23-B33EA2924B74}" dt="2025-12-22T13:48:10.881" v="1066" actId="12"/>
          <ac:spMkLst>
            <pc:docMk/>
            <pc:sldMk cId="383712980" sldId="266"/>
            <ac:spMk id="3" creationId="{7B845C86-4F1B-414F-3F0D-50BCECFDF5D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82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530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16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85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22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83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32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60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82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028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380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929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030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613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155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728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534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86188D2-9840-4031-896A-6A8D7EF38565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86D2E12-5DC3-44A0-8972-E0857F72A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1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152C7-4A0D-E0BF-69DA-9CF077A07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433" y="822091"/>
            <a:ext cx="8825658" cy="1920012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ell MT" panose="02020503060305020303" pitchFamily="18" charset="0"/>
              </a:rPr>
              <a:t>VEHICLE PARKING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6D947-0585-3866-14F5-A094400DA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3205" y="2640504"/>
            <a:ext cx="5655195" cy="3599702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3611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5514-772B-83D6-856A-D993713D5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Baskerville Old Face" panose="02020602080505020303" pitchFamily="18" charset="0"/>
              </a:rPr>
              <a:t>WHAT IS PARKING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E4CBF-8395-C19D-5FC6-4DC4BCB03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sz="2400" dirty="0"/>
          </a:p>
          <a:p>
            <a:r>
              <a:rPr lang="en-US" sz="2400" dirty="0"/>
              <a:t>Automated system to monitor and control parking spaces</a:t>
            </a:r>
          </a:p>
          <a:p>
            <a:endParaRPr lang="en-US" sz="2400" dirty="0"/>
          </a:p>
          <a:p>
            <a:r>
              <a:rPr lang="en-US" sz="2400" dirty="0"/>
              <a:t>Manages vehicle entry, tracking, and exit efficiently</a:t>
            </a:r>
          </a:p>
          <a:p>
            <a:endParaRPr lang="en-US" sz="2400" dirty="0"/>
          </a:p>
          <a:p>
            <a:r>
              <a:rPr lang="en-US" sz="2400" dirty="0"/>
              <a:t>Supports real-time space availability information</a:t>
            </a:r>
          </a:p>
          <a:p>
            <a:endParaRPr lang="en-US" sz="2400" dirty="0"/>
          </a:p>
          <a:p>
            <a:r>
              <a:rPr lang="en-US" sz="2400" dirty="0"/>
              <a:t>Integrates sensors, cameras, and payment systems</a:t>
            </a:r>
          </a:p>
          <a:p>
            <a:endParaRPr lang="en-US" sz="2400" dirty="0"/>
          </a:p>
          <a:p>
            <a:r>
              <a:rPr lang="en-US" sz="2400" dirty="0"/>
              <a:t>Provides analytics and operational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378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14AE5A-F8AA-BBDF-773E-F77ABD8A0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5400" b="1">
                <a:latin typeface="Baskerville Old Face" panose="02020602080505020303" pitchFamily="18" charset="0"/>
              </a:rPr>
              <a:t>USES And </a:t>
            </a:r>
            <a:r>
              <a:rPr lang="en-IN" sz="5400" b="1" dirty="0">
                <a:latin typeface="Baskerville Old Face" panose="02020602080505020303" pitchFamily="18" charset="0"/>
              </a:rPr>
              <a:t>BENIFITS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EB18B5-7227-5D55-8DFB-478332597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Bahnschrift Light" panose="020B0502040204020203" pitchFamily="34" charset="0"/>
              </a:rPr>
              <a:t>Reduce parking search time by 30% - drivers find spaces quickly</a:t>
            </a:r>
          </a:p>
          <a:p>
            <a:endParaRPr lang="en-US" dirty="0">
              <a:latin typeface="Bahnschrift Light" panose="020B0502040204020203" pitchFamily="34" charset="0"/>
            </a:endParaRPr>
          </a:p>
          <a:p>
            <a:r>
              <a:rPr lang="en-US" dirty="0">
                <a:latin typeface="Bahnschrift Light" panose="020B0502040204020203" pitchFamily="34" charset="0"/>
              </a:rPr>
              <a:t>Optimize space utilization - prevent wasted slots and congestion</a:t>
            </a:r>
          </a:p>
          <a:p>
            <a:endParaRPr lang="en-US" dirty="0">
              <a:latin typeface="Bahnschrift Light" panose="020B0502040204020203" pitchFamily="34" charset="0"/>
            </a:endParaRPr>
          </a:p>
          <a:p>
            <a:r>
              <a:rPr lang="en-US" dirty="0">
                <a:latin typeface="Bahnschrift Light" panose="020B0502040204020203" pitchFamily="34" charset="0"/>
              </a:rPr>
              <a:t>Automate payment collection - support multiple payment methods</a:t>
            </a:r>
          </a:p>
          <a:p>
            <a:endParaRPr lang="en-US" dirty="0">
              <a:latin typeface="Bahnschrift Light" panose="020B0502040204020203" pitchFamily="34" charset="0"/>
            </a:endParaRPr>
          </a:p>
          <a:p>
            <a:r>
              <a:rPr lang="en-US" dirty="0">
                <a:latin typeface="Bahnschrift Light" panose="020B0502040204020203" pitchFamily="34" charset="0"/>
              </a:rPr>
              <a:t>Monitor and enforce rules - detect violations and overstay vehicles</a:t>
            </a:r>
          </a:p>
          <a:p>
            <a:endParaRPr lang="en-US" dirty="0">
              <a:latin typeface="Bahnschrift Light" panose="020B0502040204020203" pitchFamily="34" charset="0"/>
            </a:endParaRPr>
          </a:p>
          <a:p>
            <a:r>
              <a:rPr lang="en-US" dirty="0">
                <a:latin typeface="Bahnschrift Light" panose="020B0502040204020203" pitchFamily="34" charset="0"/>
              </a:rPr>
              <a:t>Improve security - surveillance and access control for safety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5423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82D84-3B07-6C8F-93DA-62D7668DC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1325563"/>
          </a:xfrm>
        </p:spPr>
        <p:txBody>
          <a:bodyPr/>
          <a:lstStyle/>
          <a:p>
            <a:pPr algn="ctr"/>
            <a:r>
              <a:rPr lang="en-US" sz="4400" b="1" dirty="0">
                <a:latin typeface="Baskerville Old Face" panose="02020602080505020303" pitchFamily="18" charset="0"/>
              </a:rPr>
              <a:t>Uses Across Different Sectors</a:t>
            </a:r>
            <a:br>
              <a:rPr lang="en-US" b="1" dirty="0">
                <a:latin typeface="Baskerville Old Face" panose="02020602080505020303" pitchFamily="18" charset="0"/>
              </a:rPr>
            </a:br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64245-5C9F-716F-C626-D49F73932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Commercial</a:t>
            </a:r>
          </a:p>
          <a:p>
            <a:r>
              <a:rPr lang="en-US" dirty="0"/>
              <a:t>Malls, airports, shopping centers - maximize revenue</a:t>
            </a:r>
          </a:p>
          <a:p>
            <a:endParaRPr lang="en-US" b="1" dirty="0"/>
          </a:p>
          <a:p>
            <a:r>
              <a:rPr lang="en-US" b="1" dirty="0"/>
              <a:t>Institutional</a:t>
            </a:r>
          </a:p>
          <a:p>
            <a:r>
              <a:rPr lang="en-US" dirty="0"/>
              <a:t>Colleges, hospitals, offices - manage space allocation</a:t>
            </a:r>
          </a:p>
          <a:p>
            <a:endParaRPr lang="en-US" b="1" dirty="0"/>
          </a:p>
          <a:p>
            <a:r>
              <a:rPr lang="en-US" b="1" dirty="0"/>
              <a:t>Urban</a:t>
            </a:r>
          </a:p>
          <a:p>
            <a:r>
              <a:rPr lang="en-US" dirty="0"/>
              <a:t>City parking - reduce traffic and emissions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860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84B12-71E2-C3FA-6C0D-5037A5C85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Baskerville Old Face" panose="02020602080505020303" pitchFamily="18" charset="0"/>
              </a:rPr>
              <a:t>System Architecture</a:t>
            </a:r>
            <a:br>
              <a:rPr lang="en-IN" b="1" dirty="0">
                <a:latin typeface="Baskerville Old Face" panose="02020602080505020303" pitchFamily="18" charset="0"/>
              </a:rPr>
            </a:br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929F3-1D0F-B67F-9C1B-1573F4249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Hardware</a:t>
            </a:r>
          </a:p>
          <a:p>
            <a:r>
              <a:rPr lang="en-IN" dirty="0"/>
              <a:t>Sensors, cameras, barriers, payment kiosks</a:t>
            </a:r>
          </a:p>
          <a:p>
            <a:endParaRPr lang="en-IN" b="1" dirty="0"/>
          </a:p>
          <a:p>
            <a:r>
              <a:rPr lang="en-IN" b="1" dirty="0"/>
              <a:t>Software</a:t>
            </a:r>
          </a:p>
          <a:p>
            <a:r>
              <a:rPr lang="en-IN" dirty="0"/>
              <a:t>Management platform, real-time tracking</a:t>
            </a:r>
          </a:p>
          <a:p>
            <a:endParaRPr lang="en-IN" b="1" dirty="0"/>
          </a:p>
          <a:p>
            <a:r>
              <a:rPr lang="en-IN" b="1" dirty="0"/>
              <a:t>Cloud</a:t>
            </a:r>
          </a:p>
          <a:p>
            <a:r>
              <a:rPr lang="en-IN" dirty="0"/>
              <a:t>Data storage, analytics, reporting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669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5896-B6B3-DA34-0394-5B4E45A83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Baskerville Old Face" panose="02020602080505020303" pitchFamily="18" charset="0"/>
                <a:ea typeface="Arial" pitchFamily="34" charset="-122"/>
                <a:cs typeface="Arial" pitchFamily="34" charset="-120"/>
              </a:rPr>
              <a:t>System Workflow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670A3-C357-A2B9-8473-F8E353C33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270" y="2123307"/>
            <a:ext cx="10515600" cy="4351338"/>
          </a:xfrm>
        </p:spPr>
        <p:txBody>
          <a:bodyPr/>
          <a:lstStyle/>
          <a:p>
            <a:pPr marL="0" indent="0" algn="ctr">
              <a:lnSpc>
                <a:spcPts val="2160"/>
              </a:lnSpc>
              <a:buNone/>
            </a:pPr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skerville Old Face" panose="02020602080505020303" pitchFamily="18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en-US" sz="36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ea typeface="Arial" pitchFamily="34" charset="-122"/>
                <a:cs typeface="Arial" pitchFamily="34" charset="-120"/>
              </a:rPr>
              <a:t>Main Loop:</a:t>
            </a:r>
          </a:p>
          <a:p>
            <a:pPr marL="0" indent="0" algn="ctr">
              <a:lnSpc>
                <a:spcPts val="2160"/>
              </a:lnSpc>
              <a:buNone/>
            </a:pPr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skerville Old Face" panose="02020602080505020303" pitchFamily="18" charset="0"/>
            </a:endParaRPr>
          </a:p>
          <a:p>
            <a:pPr marL="0" indent="0" algn="ctr">
              <a:lnSpc>
                <a:spcPts val="2160"/>
              </a:lnSpc>
              <a:buNone/>
            </a:pP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ea typeface="Arial" pitchFamily="34" charset="-122"/>
                <a:cs typeface="Arial" pitchFamily="34" charset="-120"/>
              </a:rPr>
              <a:t> Display Menu </a:t>
            </a:r>
          </a:p>
          <a:p>
            <a:pPr marL="0" indent="0" algn="ctr">
              <a:lnSpc>
                <a:spcPts val="2160"/>
              </a:lnSpc>
              <a:buNone/>
            </a:pP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ctr">
              <a:lnSpc>
                <a:spcPts val="2160"/>
              </a:lnSpc>
              <a:buNone/>
            </a:pP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ea typeface="Arial" pitchFamily="34" charset="-122"/>
                <a:cs typeface="Arial" pitchFamily="34" charset="-120"/>
              </a:rPr>
              <a:t>Get User Choice</a:t>
            </a:r>
          </a:p>
          <a:p>
            <a:pPr marL="0" indent="0" algn="ctr">
              <a:lnSpc>
                <a:spcPts val="2160"/>
              </a:lnSpc>
              <a:buNone/>
            </a:pPr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skerville Old Face" panose="02020602080505020303" pitchFamily="18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2160"/>
              </a:lnSpc>
              <a:buNone/>
            </a:pP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ea typeface="Arial" pitchFamily="34" charset="-122"/>
                <a:cs typeface="Arial" pitchFamily="34" charset="-120"/>
              </a:rPr>
              <a:t> Execute Function</a:t>
            </a:r>
          </a:p>
          <a:p>
            <a:pPr marL="0" indent="0" algn="ctr">
              <a:lnSpc>
                <a:spcPts val="2160"/>
              </a:lnSpc>
              <a:buNone/>
            </a:pPr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skerville Old Face" panose="02020602080505020303" pitchFamily="18" charset="0"/>
            </a:endParaRPr>
          </a:p>
          <a:p>
            <a:pPr marL="0" indent="0" algn="ctr">
              <a:lnSpc>
                <a:spcPts val="2160"/>
              </a:lnSpc>
              <a:buNone/>
            </a:pP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ea typeface="Arial" pitchFamily="34" charset="-122"/>
                <a:cs typeface="Arial" pitchFamily="34" charset="-120"/>
              </a:rPr>
              <a:t>  Repeat until Exit Selected</a:t>
            </a:r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skerville Old Face" panose="02020602080505020303" pitchFamily="18" charset="0"/>
            </a:endParaRPr>
          </a:p>
          <a:p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D7CFAA-1E12-6248-B339-8C74A85FF1C6}"/>
              </a:ext>
            </a:extLst>
          </p:cNvPr>
          <p:cNvCxnSpPr/>
          <p:nvPr/>
        </p:nvCxnSpPr>
        <p:spPr>
          <a:xfrm>
            <a:off x="5899355" y="3153697"/>
            <a:ext cx="0" cy="275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A5787A-1B37-8955-959E-5D28BD3E7AF0}"/>
              </a:ext>
            </a:extLst>
          </p:cNvPr>
          <p:cNvCxnSpPr>
            <a:cxnSpLocks/>
          </p:cNvCxnSpPr>
          <p:nvPr/>
        </p:nvCxnSpPr>
        <p:spPr>
          <a:xfrm>
            <a:off x="5916070" y="3840480"/>
            <a:ext cx="0" cy="325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99C128-50EC-3C5F-C5DA-F66A33D5C204}"/>
              </a:ext>
            </a:extLst>
          </p:cNvPr>
          <p:cNvCxnSpPr>
            <a:cxnSpLocks/>
          </p:cNvCxnSpPr>
          <p:nvPr/>
        </p:nvCxnSpPr>
        <p:spPr>
          <a:xfrm>
            <a:off x="5916070" y="4673600"/>
            <a:ext cx="0" cy="28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408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7240-2BEA-96AD-0804-7F67037BE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Hardware Components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5F108-52CB-03FF-F7CA-52531B526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IN" dirty="0"/>
          </a:p>
          <a:p>
            <a:r>
              <a:rPr lang="en-IN" dirty="0"/>
              <a:t>IoT Sensors - Detect occupied/vacant spaces</a:t>
            </a:r>
          </a:p>
          <a:p>
            <a:endParaRPr lang="en-IN" dirty="0"/>
          </a:p>
          <a:p>
            <a:r>
              <a:rPr lang="en-IN" dirty="0"/>
              <a:t>License Plate Recognition (LPR) Cameras</a:t>
            </a:r>
          </a:p>
          <a:p>
            <a:endParaRPr lang="en-IN" dirty="0"/>
          </a:p>
          <a:p>
            <a:r>
              <a:rPr lang="en-IN" dirty="0"/>
              <a:t>Entry/Exit Barriers - Control vehicle access</a:t>
            </a:r>
          </a:p>
          <a:p>
            <a:endParaRPr lang="en-IN" dirty="0"/>
          </a:p>
          <a:p>
            <a:r>
              <a:rPr lang="en-IN" dirty="0"/>
              <a:t>Payment Kiosks - Support multiple payment methods</a:t>
            </a:r>
          </a:p>
          <a:p>
            <a:endParaRPr lang="en-IN" dirty="0"/>
          </a:p>
          <a:p>
            <a:r>
              <a:rPr lang="en-IN" dirty="0"/>
              <a:t>RFID Readers - For automated access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6352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5E64D-1BCC-FE2C-A9F3-4EA86948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b="1" dirty="0"/>
            </a:br>
            <a:r>
              <a:rPr lang="en-IN" sz="5300" b="1" dirty="0">
                <a:latin typeface="Baskerville Old Face" panose="02020602080505020303" pitchFamily="18" charset="0"/>
              </a:rPr>
              <a:t>Sensor System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FB0CD-1B23-071F-A555-AEF2374D0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IN" dirty="0"/>
          </a:p>
          <a:p>
            <a:r>
              <a:rPr lang="en-IN" dirty="0"/>
              <a:t>Real-time detection of vehicle presence</a:t>
            </a:r>
          </a:p>
          <a:p>
            <a:endParaRPr lang="en-IN" dirty="0"/>
          </a:p>
          <a:p>
            <a:r>
              <a:rPr lang="en-IN" dirty="0"/>
              <a:t>Monitors parking space availability</a:t>
            </a:r>
          </a:p>
          <a:p>
            <a:endParaRPr lang="en-IN" dirty="0"/>
          </a:p>
          <a:p>
            <a:r>
              <a:rPr lang="en-IN" dirty="0"/>
              <a:t>Transmits data to central system</a:t>
            </a:r>
          </a:p>
          <a:p>
            <a:endParaRPr lang="en-IN" dirty="0"/>
          </a:p>
          <a:p>
            <a:r>
              <a:rPr lang="en-IN" dirty="0"/>
              <a:t>LiDAR and ultrasonic sensors for accuracy</a:t>
            </a:r>
          </a:p>
          <a:p>
            <a:endParaRPr lang="en-IN" dirty="0"/>
          </a:p>
          <a:p>
            <a:r>
              <a:rPr lang="en-IN" dirty="0"/>
              <a:t>Enables dynamic space allocation</a:t>
            </a:r>
          </a:p>
        </p:txBody>
      </p:sp>
    </p:spTree>
    <p:extLst>
      <p:ext uri="{BB962C8B-B14F-4D97-AF65-F5344CB8AC3E}">
        <p14:creationId xmlns:p14="http://schemas.microsoft.com/office/powerpoint/2010/main" val="3150287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ED18-9620-A539-736A-A7C46924100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/>
            <a:r>
              <a:rPr lang="en-US" b="1" dirty="0">
                <a:latin typeface="Baskerville Old Face" panose="02020602080505020303" pitchFamily="18" charset="0"/>
              </a:rPr>
              <a:t>Central Control System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BAA39-E4AB-D08A-A34A-55BCC43D4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b="1" dirty="0"/>
          </a:p>
          <a:p>
            <a:r>
              <a:rPr lang="en-US" dirty="0"/>
              <a:t>Core brain of the parking system</a:t>
            </a:r>
          </a:p>
          <a:p>
            <a:endParaRPr lang="en-US" dirty="0"/>
          </a:p>
          <a:p>
            <a:r>
              <a:rPr lang="en-US" dirty="0"/>
              <a:t>Processes real-time sensor data</a:t>
            </a:r>
          </a:p>
          <a:p>
            <a:endParaRPr lang="en-US" dirty="0"/>
          </a:p>
          <a:p>
            <a:r>
              <a:rPr lang="en-US" dirty="0"/>
              <a:t>Manages user accounts and payments</a:t>
            </a:r>
          </a:p>
          <a:p>
            <a:endParaRPr lang="en-US" dirty="0"/>
          </a:p>
          <a:p>
            <a:r>
              <a:rPr lang="en-US" dirty="0"/>
              <a:t>Generates reports and analytics</a:t>
            </a:r>
          </a:p>
          <a:p>
            <a:endParaRPr lang="en-US" dirty="0"/>
          </a:p>
          <a:p>
            <a:r>
              <a:rPr lang="en-US" dirty="0"/>
              <a:t>Enables remote system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3840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9C408-6191-C270-C680-48DDD46B7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10134600" cy="1738978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0E7C3-D865-6867-67E8-8F19D4400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400" dirty="0"/>
              <a:t>VPMS is essential for modern urban parking management and traffic control</a:t>
            </a:r>
          </a:p>
          <a:p>
            <a:endParaRPr lang="en-US" sz="2400" dirty="0"/>
          </a:p>
          <a:p>
            <a:r>
              <a:rPr lang="en-US" sz="2400" dirty="0"/>
              <a:t>Improves user experience with real-time space availability and quick navigation</a:t>
            </a:r>
          </a:p>
          <a:p>
            <a:endParaRPr lang="en-US" sz="2400" dirty="0"/>
          </a:p>
          <a:p>
            <a:r>
              <a:rPr lang="en-US" sz="2400" dirty="0"/>
              <a:t>Enables efficient space utilization, revenue generation, and operational automation</a:t>
            </a:r>
          </a:p>
          <a:p>
            <a:endParaRPr lang="en-US" sz="2400" dirty="0"/>
          </a:p>
          <a:p>
            <a:r>
              <a:rPr lang="en-US" sz="2400" dirty="0"/>
              <a:t>Supports sustainability goals by reducing fuel consumption and vehicle emissions</a:t>
            </a:r>
          </a:p>
          <a:p>
            <a:endParaRPr lang="en-US" sz="2400" dirty="0"/>
          </a:p>
          <a:p>
            <a:r>
              <a:rPr lang="en-US" sz="2400" dirty="0"/>
              <a:t>Foundation for smart cities integrating IoT, AI, and intelligent transportation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512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BD78E-30D2-3E71-E489-63D8F5A88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237" y="2127039"/>
            <a:ext cx="4351025" cy="2283824"/>
          </a:xfrm>
          <a:noFill/>
        </p:spPr>
        <p:txBody>
          <a:bodyPr/>
          <a:lstStyle/>
          <a:p>
            <a:pPr algn="ctr"/>
            <a:r>
              <a:rPr lang="en-IN" sz="9600" dirty="0">
                <a:latin typeface="Bauhaus 93" panose="04030905020B02020C02" pitchFamily="82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45C86-4F1B-414F-3F0D-50BCECFDF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7739" y="1138615"/>
            <a:ext cx="3757545" cy="4918056"/>
          </a:xfrm>
        </p:spPr>
        <p:txBody>
          <a:bodyPr>
            <a:normAutofit/>
          </a:bodyPr>
          <a:lstStyle/>
          <a:p>
            <a:pPr marL="6980" algn="just">
              <a:lnSpc>
                <a:spcPts val="5159"/>
              </a:lnSpc>
            </a:pPr>
            <a:r>
              <a:rPr lang="en-IN" b="1" u="sng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Presente</a:t>
            </a:r>
            <a:r>
              <a:rPr lang="en-IN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 by:</a:t>
            </a:r>
          </a:p>
          <a:p>
            <a:pPr marL="464180" indent="-457200" algn="just">
              <a:lnSpc>
                <a:spcPts val="5159"/>
              </a:lnSpc>
              <a:buFont typeface="+mj-lt"/>
              <a:buAutoNum type="arabicPeriod"/>
            </a:pPr>
            <a:r>
              <a:rPr lang="en-IN" b="1" dirty="0" err="1"/>
              <a:t>K.Haneesha</a:t>
            </a:r>
            <a:endParaRPr lang="en-IN" b="1" dirty="0"/>
          </a:p>
          <a:p>
            <a:pPr marL="464180" indent="-457200" algn="just">
              <a:lnSpc>
                <a:spcPts val="5159"/>
              </a:lnSpc>
              <a:buFont typeface="+mj-lt"/>
              <a:buAutoNum type="arabicPeriod"/>
            </a:pPr>
            <a:r>
              <a:rPr lang="en-IN" b="1" dirty="0" err="1"/>
              <a:t>K.Ganga</a:t>
            </a:r>
            <a:r>
              <a:rPr lang="en-IN" b="1" dirty="0"/>
              <a:t> </a:t>
            </a:r>
            <a:r>
              <a:rPr lang="en-IN" b="1" dirty="0" err="1"/>
              <a:t>bhavani</a:t>
            </a:r>
            <a:endParaRPr lang="en-IN" b="1" dirty="0"/>
          </a:p>
          <a:p>
            <a:pPr marL="464180" indent="-457200" algn="just">
              <a:lnSpc>
                <a:spcPts val="5159"/>
              </a:lnSpc>
              <a:buFont typeface="+mj-lt"/>
              <a:buAutoNum type="arabicPeriod"/>
            </a:pPr>
            <a:r>
              <a:rPr lang="en-IN" b="1" dirty="0" err="1"/>
              <a:t>g.Chaithanya</a:t>
            </a:r>
            <a:endParaRPr lang="en-IN" b="1" dirty="0"/>
          </a:p>
          <a:p>
            <a:pPr marL="464180" indent="-457200" algn="just">
              <a:lnSpc>
                <a:spcPts val="5159"/>
              </a:lnSpc>
              <a:buFont typeface="+mj-lt"/>
              <a:buAutoNum type="arabicPeriod"/>
            </a:pPr>
            <a:r>
              <a:rPr lang="en-US" b="1" dirty="0" err="1">
                <a:latin typeface="HK Grotesk Semi-Bold"/>
                <a:ea typeface="HK Grotesk Semi-Bold"/>
                <a:cs typeface="HK Grotesk Semi-Bold"/>
                <a:sym typeface="HK Grotesk Semi-Bold"/>
              </a:rPr>
              <a:t>G.Shri</a:t>
            </a:r>
            <a:r>
              <a:rPr lang="en-US" b="1" dirty="0">
                <a:latin typeface="HK Grotesk Semi-Bold"/>
                <a:ea typeface="HK Grotesk Semi-Bold"/>
                <a:cs typeface="HK Grotesk Semi-Bold"/>
                <a:sym typeface="HK Grotesk Semi-Bold"/>
              </a:rPr>
              <a:t> Akhilesh</a:t>
            </a:r>
          </a:p>
          <a:p>
            <a:pPr marL="6980" algn="just">
              <a:lnSpc>
                <a:spcPts val="5159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712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132</TotalTime>
  <Words>344</Words>
  <Application>Microsoft Office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Bahnschrift Light</vt:lpstr>
      <vt:lpstr>Baskerville Old Face</vt:lpstr>
      <vt:lpstr>Bauhaus 93</vt:lpstr>
      <vt:lpstr>Bell MT</vt:lpstr>
      <vt:lpstr>Century Gothic</vt:lpstr>
      <vt:lpstr>HK Grotesk Semi-Bold</vt:lpstr>
      <vt:lpstr>Wingdings 3</vt:lpstr>
      <vt:lpstr>Ion Boardroom</vt:lpstr>
      <vt:lpstr>VEHICLE PARKING MANAGEMENT SYSTEM</vt:lpstr>
      <vt:lpstr>WHAT IS PARKING MANAGEMENT SYSTEM</vt:lpstr>
      <vt:lpstr>USES And BENIFITS</vt:lpstr>
      <vt:lpstr>Uses Across Different Sectors </vt:lpstr>
      <vt:lpstr>System Architecture </vt:lpstr>
      <vt:lpstr>System Workflow </vt:lpstr>
      <vt:lpstr>Key Hardware Components </vt:lpstr>
      <vt:lpstr> Sensor System </vt:lpstr>
      <vt:lpstr>Central Control System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naveenkothapalli6119@outlook.com</dc:creator>
  <cp:lastModifiedBy>naveenkothapalli6119@outlook.com</cp:lastModifiedBy>
  <cp:revision>1</cp:revision>
  <dcterms:created xsi:type="dcterms:W3CDTF">2025-12-22T09:22:39Z</dcterms:created>
  <dcterms:modified xsi:type="dcterms:W3CDTF">2025-12-22T13:54:49Z</dcterms:modified>
</cp:coreProperties>
</file>